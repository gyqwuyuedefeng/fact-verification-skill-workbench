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澄海智能装备有限公司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纯模拟内部比赛材料，不对应任何真实企业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经营事实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统一社会信用代码：91330200MA2DEMO007</a:t>
            </a:r>
          </a:p>
          <a:p>
            <a:r>
              <a:t>2025 年营业收入：1.25 亿元</a:t>
            </a:r>
          </a:p>
          <a:p>
            <a:r>
              <a:t>截至 2025 年末拥有有效专利 18 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澄海智能装备有限公司融资说明</dc:title>
  <dc:subject/>
  <dc:creator/>
  <cp:keywords/>
  <dc:description>generated using python-pptx</dc:description>
  <cp:lastModifiedBy>Steve Canny</cp:lastModifiedBy>
  <cp:revision>1</cp:revision>
  <dcterms:created xsi:type="dcterms:W3CDTF">2026-08-12T00:00:00Z</dcterms:created>
  <dcterms:modified xsi:type="dcterms:W3CDTF">2026-08-12T00:00:00Z</dcterms:modified>
  <cp:category/>
</cp:coreProperties>
</file>